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b9d48221e473a" /><Relationship Type="http://schemas.openxmlformats.org/officeDocument/2006/relationships/extended-properties" Target="/docProps/app.xml" Id="Rd7d6a41594a04cd8" /><Relationship Type="http://schemas.openxmlformats.org/officeDocument/2006/relationships/officeDocument" Target="/ppt/presentation.xml" Id="Ra565d5e5b00a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04c3a2c084881"/>
  </p:sldMasterIdLst>
  <p:notesMasterIdLst>
    <p:notesMasterId xmlns:r="http://schemas.openxmlformats.org/officeDocument/2006/relationships" r:id="R7160276d7cac4b65"/>
  </p:notesMasterIdLst>
  <p:sldIdLst>
    <p:sldId xmlns:r="http://schemas.openxmlformats.org/officeDocument/2006/relationships" id="256" r:id="R89062fa3dba14d19"/>
    <p:sldId xmlns:r="http://schemas.openxmlformats.org/officeDocument/2006/relationships" id="257" r:id="R17d7a131597a49c9"/>
    <p:sldId xmlns:r="http://schemas.openxmlformats.org/officeDocument/2006/relationships" id="258" r:id="R756c7048690f4368"/>
    <p:sldId xmlns:r="http://schemas.openxmlformats.org/officeDocument/2006/relationships" id="259" r:id="R15fa3a78d65b48da"/>
    <p:sldId xmlns:r="http://schemas.openxmlformats.org/officeDocument/2006/relationships" id="260" r:id="R3224ba00fa214682"/>
    <p:sldId xmlns:r="http://schemas.openxmlformats.org/officeDocument/2006/relationships" id="261" r:id="R0d81a428e33d4e57"/>
    <p:sldId xmlns:r="http://schemas.openxmlformats.org/officeDocument/2006/relationships" id="262" r:id="Rd5b878f148fb43e9"/>
    <p:sldId xmlns:r="http://schemas.openxmlformats.org/officeDocument/2006/relationships" id="263" r:id="R379b5ce5742d4356"/>
    <p:sldId xmlns:r="http://schemas.openxmlformats.org/officeDocument/2006/relationships" id="264" r:id="Ra3c0b0d8638942ca"/>
    <p:sldId xmlns:r="http://schemas.openxmlformats.org/officeDocument/2006/relationships" id="265" r:id="R0592b9cffe5042df"/>
    <p:sldId xmlns:r="http://schemas.openxmlformats.org/officeDocument/2006/relationships" id="266" r:id="Rfc4c8685440342ab"/>
    <p:sldId xmlns:r="http://schemas.openxmlformats.org/officeDocument/2006/relationships" id="267" r:id="R22329d8183544ab2"/>
    <p:sldId xmlns:r="http://schemas.openxmlformats.org/officeDocument/2006/relationships" id="268" r:id="R448d0c22937e48d0"/>
    <p:sldId xmlns:r="http://schemas.openxmlformats.org/officeDocument/2006/relationships" id="269" r:id="Refe1f80d30094843"/>
    <p:sldId xmlns:r="http://schemas.openxmlformats.org/officeDocument/2006/relationships" id="270" r:id="Re48652f5d6b940b9"/>
    <p:sldId xmlns:r="http://schemas.openxmlformats.org/officeDocument/2006/relationships" id="271" r:id="Redf8d89bc9ca45bd"/>
    <p:sldId xmlns:r="http://schemas.openxmlformats.org/officeDocument/2006/relationships" id="272" r:id="R8ac59a06ee9f425d"/>
    <p:sldId xmlns:r="http://schemas.openxmlformats.org/officeDocument/2006/relationships" id="273" r:id="Rd48c110523dc4afc"/>
    <p:sldId xmlns:r="http://schemas.openxmlformats.org/officeDocument/2006/relationships" id="274" r:id="Ra4e283fac4244b2e"/>
    <p:sldId xmlns:r="http://schemas.openxmlformats.org/officeDocument/2006/relationships" id="275" r:id="R3e73c4b9a43e44a0"/>
    <p:sldId xmlns:r="http://schemas.openxmlformats.org/officeDocument/2006/relationships" id="276" r:id="R4b214265f06447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e0c75171c44587" /><Relationship Type="http://schemas.openxmlformats.org/officeDocument/2006/relationships/slideMaster" Target="/ppt/slideMasters/slideMaster1.xml" Id="R63e04c3a2c084881" /><Relationship Type="http://schemas.openxmlformats.org/officeDocument/2006/relationships/notesMaster" Target="/ppt/notesMasters/notesMaster1.xml" Id="R7160276d7cac4b65" /><Relationship Type="http://schemas.openxmlformats.org/officeDocument/2006/relationships/presProps" Target="/ppt/presProps.xml" Id="Rf62ce74e517e4d16" /><Relationship Type="http://schemas.openxmlformats.org/officeDocument/2006/relationships/tableStyles" Target="/ppt/tableStyles.xml" Id="R0cf77e30dbf94380" /><Relationship Type="http://schemas.openxmlformats.org/officeDocument/2006/relationships/slide" Target="/ppt/slides/slide1.xml" Id="R89062fa3dba14d19" /><Relationship Type="http://schemas.openxmlformats.org/officeDocument/2006/relationships/slide" Target="/ppt/slides/slide2.xml" Id="R17d7a131597a49c9" /><Relationship Type="http://schemas.openxmlformats.org/officeDocument/2006/relationships/slide" Target="/ppt/slides/slide3.xml" Id="R756c7048690f4368" /><Relationship Type="http://schemas.openxmlformats.org/officeDocument/2006/relationships/slide" Target="/ppt/slides/slide4.xml" Id="R15fa3a78d65b48da" /><Relationship Type="http://schemas.openxmlformats.org/officeDocument/2006/relationships/slide" Target="/ppt/slides/slide5.xml" Id="R3224ba00fa214682" /><Relationship Type="http://schemas.openxmlformats.org/officeDocument/2006/relationships/slide" Target="/ppt/slides/slide6.xml" Id="R0d81a428e33d4e57" /><Relationship Type="http://schemas.openxmlformats.org/officeDocument/2006/relationships/slide" Target="/ppt/slides/slide7.xml" Id="Rd5b878f148fb43e9" /><Relationship Type="http://schemas.openxmlformats.org/officeDocument/2006/relationships/slide" Target="/ppt/slides/slide8.xml" Id="R379b5ce5742d4356" /><Relationship Type="http://schemas.openxmlformats.org/officeDocument/2006/relationships/slide" Target="/ppt/slides/slide9.xml" Id="Ra3c0b0d8638942ca" /><Relationship Type="http://schemas.openxmlformats.org/officeDocument/2006/relationships/slide" Target="/ppt/slides/slide10.xml" Id="R0592b9cffe5042df" /><Relationship Type="http://schemas.openxmlformats.org/officeDocument/2006/relationships/slide" Target="/ppt/slides/slide11.xml" Id="Rfc4c8685440342ab" /><Relationship Type="http://schemas.openxmlformats.org/officeDocument/2006/relationships/slide" Target="/ppt/slides/slide12.xml" Id="R22329d8183544ab2" /><Relationship Type="http://schemas.openxmlformats.org/officeDocument/2006/relationships/slide" Target="/ppt/slides/slide13.xml" Id="R448d0c22937e48d0" /><Relationship Type="http://schemas.openxmlformats.org/officeDocument/2006/relationships/slide" Target="/ppt/slides/slide14.xml" Id="Refe1f80d30094843" /><Relationship Type="http://schemas.openxmlformats.org/officeDocument/2006/relationships/slide" Target="/ppt/slides/slide15.xml" Id="Re48652f5d6b940b9" /><Relationship Type="http://schemas.openxmlformats.org/officeDocument/2006/relationships/slide" Target="/ppt/slides/slide16.xml" Id="Redf8d89bc9ca45bd" /><Relationship Type="http://schemas.openxmlformats.org/officeDocument/2006/relationships/slide" Target="/ppt/slides/slide17.xml" Id="R8ac59a06ee9f425d" /><Relationship Type="http://schemas.openxmlformats.org/officeDocument/2006/relationships/slide" Target="/ppt/slides/slide18.xml" Id="Rd48c110523dc4afc" /><Relationship Type="http://schemas.openxmlformats.org/officeDocument/2006/relationships/slide" Target="/ppt/slides/slide19.xml" Id="Ra4e283fac4244b2e" /><Relationship Type="http://schemas.openxmlformats.org/officeDocument/2006/relationships/slide" Target="/ppt/slides/slide20.xml" Id="R3e73c4b9a43e44a0" /><Relationship Type="http://schemas.openxmlformats.org/officeDocument/2006/relationships/slide" Target="/ppt/slides/slide21.xml" Id="R4b214265f06447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245558facd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0ee32b7dd4137" /><Relationship Type="http://schemas.openxmlformats.org/officeDocument/2006/relationships/notesMaster" Target="/ppt/notesMasters/notesMaster1.xml" Id="Rd3ff052e47584f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cdc6b14aa24103" /><Relationship Type="http://schemas.openxmlformats.org/officeDocument/2006/relationships/notesMaster" Target="/ppt/notesMasters/notesMaster1.xml" Id="R856d9c4906a3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64dc78a8b34c46" /><Relationship Type="http://schemas.openxmlformats.org/officeDocument/2006/relationships/notesMaster" Target="/ppt/notesMasters/notesMaster1.xml" Id="R3764ff93c94e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603676cb9f436b" /><Relationship Type="http://schemas.openxmlformats.org/officeDocument/2006/relationships/notesMaster" Target="/ppt/notesMasters/notesMaster1.xml" Id="Rd1cd0af9af034d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98c25edc94ad3" /><Relationship Type="http://schemas.openxmlformats.org/officeDocument/2006/relationships/notesMaster" Target="/ppt/notesMasters/notesMaster1.xml" Id="R0b1665518ab047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d520de5c74cf1" /><Relationship Type="http://schemas.openxmlformats.org/officeDocument/2006/relationships/notesMaster" Target="/ppt/notesMasters/notesMaster1.xml" Id="R2ae42dea048d47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7c474a97443a7" /><Relationship Type="http://schemas.openxmlformats.org/officeDocument/2006/relationships/notesMaster" Target="/ppt/notesMasters/notesMaster1.xml" Id="Ra27429c6010148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f6246cea3456c" /><Relationship Type="http://schemas.openxmlformats.org/officeDocument/2006/relationships/notesMaster" Target="/ppt/notesMasters/notesMaster1.xml" Id="R863a1d3a9544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ba937d99844958" /><Relationship Type="http://schemas.openxmlformats.org/officeDocument/2006/relationships/notesMaster" Target="/ppt/notesMasters/notesMaster1.xml" Id="R7355224ddc9a4f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d8b817c5974648" /><Relationship Type="http://schemas.openxmlformats.org/officeDocument/2006/relationships/notesMaster" Target="/ppt/notesMasters/notesMaster1.xml" Id="R0eb86f96cb7942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aac36315a47a4" /><Relationship Type="http://schemas.openxmlformats.org/officeDocument/2006/relationships/notesMaster" Target="/ppt/notesMasters/notesMaster1.xml" Id="R216b553daf26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7c377c0a654d21" /><Relationship Type="http://schemas.openxmlformats.org/officeDocument/2006/relationships/notesMaster" Target="/ppt/notesMasters/notesMaster1.xml" Id="Re3e44773d5304b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2ddd7511d646e6" /><Relationship Type="http://schemas.openxmlformats.org/officeDocument/2006/relationships/notesMaster" Target="/ppt/notesMasters/notesMaster1.xml" Id="R51dede723b1a43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913022d6ed4514" /><Relationship Type="http://schemas.openxmlformats.org/officeDocument/2006/relationships/notesMaster" Target="/ppt/notesMasters/notesMaster1.xml" Id="R1ebf1ec43d0146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ca9383403147e9" /><Relationship Type="http://schemas.openxmlformats.org/officeDocument/2006/relationships/notesMaster" Target="/ppt/notesMasters/notesMaster1.xml" Id="R7597a9ad349749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48a4a1a72c4e37" /><Relationship Type="http://schemas.openxmlformats.org/officeDocument/2006/relationships/notesMaster" Target="/ppt/notesMasters/notesMaster1.xml" Id="Rddff1cc73a4b41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646366e0744497" /><Relationship Type="http://schemas.openxmlformats.org/officeDocument/2006/relationships/notesMaster" Target="/ppt/notesMasters/notesMaster1.xml" Id="R41ff00da381445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15e4b6fbd74da8" /><Relationship Type="http://schemas.openxmlformats.org/officeDocument/2006/relationships/notesMaster" Target="/ppt/notesMasters/notesMaster1.xml" Id="R48a7f0f09db644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35c70eafff49da" /><Relationship Type="http://schemas.openxmlformats.org/officeDocument/2006/relationships/notesMaster" Target="/ppt/notesMasters/notesMaster1.xml" Id="R2f8b6e1e17c243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1343ce476e4704" /><Relationship Type="http://schemas.openxmlformats.org/officeDocument/2006/relationships/notesMaster" Target="/ppt/notesMasters/notesMaster1.xml" Id="R2da1ad876d7842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92ed18a35f4921" /><Relationship Type="http://schemas.openxmlformats.org/officeDocument/2006/relationships/notesMaster" Target="/ppt/notesMasters/notesMaster1.xml" Id="Ra362688cc536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labs/lab07/image/01-plot.png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labs/lab07/image/02-plot.png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labs/lab07/image/03-plot.png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labs/lab07/image/04-plot.png</a:t>
            </a:r>
          </a:p>
          <a:p xmlns:a="http://schemas.openxmlformats.org/drawingml/2006/main">
            <a:r>
              <a:t>- labs/lab07/image/05-plot.png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labs/lab07/image/06-plot.png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labs/lab07/image/07-plot.png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labs/lab07/image/08-plot.png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labs/lab07/image/09-plot.png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labs/lab07/image/10-plot.png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labs/lab07/image/04-jupyter.png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7 практикума А. В. Корольковой и Д. С. Кулябова, стр. 209–219. M/M/c: 10 клиентов, c=2, λ=.9, μ=.5, StableRNG(123). Система Росса: N=10, S=3, r=1, F=Exponential(100), G=Exponential(1), общий поток StableRNG(42) на пять опытов. Параметры экспоненциальных распределений — средние. Аналитика только при выполнении её предпосылок. Четыре самостоятельных сценария и выполненных блокнота.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labs/lab07/report/simulation-modeling-lab07-report.qmd</a:t>
            </a:r>
          </a:p>
          <a:p xmlns:a="http://schemas.openxmlformats.org/drawingml/2006/main">
            <a:r>
              <a:t>- labs/lab07/project/src/MMCQueue.jl</a:t>
            </a:r>
          </a:p>
          <a:p xmlns:a="http://schemas.openxmlformats.org/drawingml/2006/main">
            <a:r>
              <a:t>- labs/lab07/project/src/RossRepair.jl</a:t>
            </a:r>
          </a:p>
          <a:p xmlns:a="http://schemas.openxmlformats.org/drawingml/2006/main">
            <a:r>
              <a:t>- labs/lab07/project/scripts</a:t>
            </a:r>
          </a:p>
          <a:p xmlns:a="http://schemas.openxmlformats.org/drawingml/2006/main">
            <a:r>
              <a:t>- labs/lab07/project/data</a:t>
            </a:r>
          </a:p>
          <a:p xmlns:a="http://schemas.openxmlformats.org/drawingml/2006/main">
            <a:r>
              <a:t>- labs/lab07/project/notebooks</a:t>
            </a:r>
          </a:p>
          <a:p xmlns:a="http://schemas.openxmlformats.org/drawingml/2006/main">
            <a:r>
              <a:t>- labs/lab07/image/logo-rudn.png</a:t>
            </a:r>
          </a:p>
          <a:p xmlns:a="http://schemas.openxmlformats.org/drawingml/2006/main">
            <a:r>
              <a:t>- https://juliadynamics.github.io/ConcurrentSim.jl/stable/examples/mmc/</a:t>
            </a:r>
          </a:p>
          <a:p xmlns:a="http://schemas.openxmlformats.org/drawingml/2006/main">
            <a:r>
              <a:t>- https://juliadynamics.github.io/ConcurrentSim.jl/stable/examples/ross/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2865149e64e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5a317e7fb489d" /><Relationship Type="http://schemas.openxmlformats.org/officeDocument/2006/relationships/slideLayout" Target="/ppt/slideLayouts/slideLayout1.xml" Id="R1b3c60791d61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3c60791d61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7643c5ead477b" /><Relationship Type="http://schemas.openxmlformats.org/officeDocument/2006/relationships/image" Target="/ppt/media/image.png" Id="R4aef50ff2a604de0" /><Relationship Type="http://schemas.openxmlformats.org/officeDocument/2006/relationships/notesSlide" Target="/ppt/notesSlides/notesSlide1.xml" Id="R3d7474d5078f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1bb9c9ec1432a" /><Relationship Type="http://schemas.openxmlformats.org/officeDocument/2006/relationships/image" Target="/ppt/media/image2.png" Id="R050fa8f2770c4d7f" /><Relationship Type="http://schemas.openxmlformats.org/officeDocument/2006/relationships/notesSlide" Target="/ppt/notesSlides/notesSlide2.xml" Id="R14f8e6ad224049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fac4743fe4695" /><Relationship Type="http://schemas.openxmlformats.org/officeDocument/2006/relationships/image" Target="/ppt/media/image3.png" Id="R13fe4b2cf21c4036" /><Relationship Type="http://schemas.openxmlformats.org/officeDocument/2006/relationships/notesSlide" Target="/ppt/notesSlides/notesSlide3.xml" Id="Rbedfcfc92f7b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2af41ac9b441d" /><Relationship Type="http://schemas.openxmlformats.org/officeDocument/2006/relationships/image" Target="/ppt/media/image3.png" Id="Rbd6019eeb5124975" /><Relationship Type="http://schemas.openxmlformats.org/officeDocument/2006/relationships/notesSlide" Target="/ppt/notesSlides/notesSlide4.xml" Id="R7f146d6f0b49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ff2946e1467f" /><Relationship Type="http://schemas.openxmlformats.org/officeDocument/2006/relationships/image" Target="/ppt/media/image4.png" Id="R4f5d5020efb6447e" /><Relationship Type="http://schemas.openxmlformats.org/officeDocument/2006/relationships/notesSlide" Target="/ppt/notesSlides/notesSlide5.xml" Id="R07969730ce84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4ef7b270d45f5" /><Relationship Type="http://schemas.openxmlformats.org/officeDocument/2006/relationships/image" Target="/ppt/media/image2.png" Id="Rccf3580e7ec745d5" /><Relationship Type="http://schemas.openxmlformats.org/officeDocument/2006/relationships/notesSlide" Target="/ppt/notesSlides/notesSlide6.xml" Id="Rbfb6a0345a1c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a8f42946b4e52" /><Relationship Type="http://schemas.openxmlformats.org/officeDocument/2006/relationships/image" Target="/ppt/media/image5.png" Id="Rf146ca8d7548486e" /><Relationship Type="http://schemas.openxmlformats.org/officeDocument/2006/relationships/image" Target="/ppt/media/image6.png" Id="R24d7756cffa54e34" /><Relationship Type="http://schemas.openxmlformats.org/officeDocument/2006/relationships/notesSlide" Target="/ppt/notesSlides/notesSlide7.xml" Id="R258769ea72974e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5524d1bb74378" /><Relationship Type="http://schemas.openxmlformats.org/officeDocument/2006/relationships/image" Target="/ppt/media/image7.png" Id="Rf16fd38e00cc45e4" /><Relationship Type="http://schemas.openxmlformats.org/officeDocument/2006/relationships/image" Target="/ppt/media/image8.png" Id="Rd23314bcc999438c" /><Relationship Type="http://schemas.openxmlformats.org/officeDocument/2006/relationships/notesSlide" Target="/ppt/notesSlides/notesSlide8.xml" Id="R32567e01c8d540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32b99bfb4880" /><Relationship Type="http://schemas.openxmlformats.org/officeDocument/2006/relationships/image" Target="/ppt/media/image5.png" Id="R7a617bfc6336417a" /><Relationship Type="http://schemas.openxmlformats.org/officeDocument/2006/relationships/image" Target="/ppt/media/image9.png" Id="Rfd2501563b164add" /><Relationship Type="http://schemas.openxmlformats.org/officeDocument/2006/relationships/notesSlide" Target="/ppt/notesSlides/notesSlide9.xml" Id="Rb0bb9bcf4e60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0979385ee437d" /><Relationship Type="http://schemas.openxmlformats.org/officeDocument/2006/relationships/image" Target="/ppt/media/image10.png" Id="R5282c9c1bb7f4b22" /><Relationship Type="http://schemas.openxmlformats.org/officeDocument/2006/relationships/image" Target="/ppt/media/image11.png" Id="Reb2be76f3942463d" /><Relationship Type="http://schemas.openxmlformats.org/officeDocument/2006/relationships/image" Target="/ppt/media/image12.png" Id="R95becb20c61b404b" /><Relationship Type="http://schemas.openxmlformats.org/officeDocument/2006/relationships/notesSlide" Target="/ppt/notesSlides/notesSlide10.xml" Id="Rcc5da31ffa204f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34e99de749cc" /><Relationship Type="http://schemas.openxmlformats.org/officeDocument/2006/relationships/image" Target="/ppt/media/image2.png" Id="R4118b8c516c74ebe" /><Relationship Type="http://schemas.openxmlformats.org/officeDocument/2006/relationships/notesSlide" Target="/ppt/notesSlides/notesSlide11.xml" Id="R42309f1158ab4b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353455d624eb5" /><Relationship Type="http://schemas.openxmlformats.org/officeDocument/2006/relationships/image" Target="/ppt/media/image4.png" Id="Re4bfab0ad901414f" /><Relationship Type="http://schemas.openxmlformats.org/officeDocument/2006/relationships/notesSlide" Target="/ppt/notesSlides/notesSlide12.xml" Id="R0b78fdac593843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3a64eee1443b" /><Relationship Type="http://schemas.openxmlformats.org/officeDocument/2006/relationships/image" Target="/ppt/media/image13.png" Id="R1337b7adb5844f7e" /><Relationship Type="http://schemas.openxmlformats.org/officeDocument/2006/relationships/image" Target="/ppt/media/image14.png" Id="R3251e2a640a647e9" /><Relationship Type="http://schemas.openxmlformats.org/officeDocument/2006/relationships/notesSlide" Target="/ppt/notesSlides/notesSlide13.xml" Id="Recdf8fe012114b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1f936d87d43ac" /><Relationship Type="http://schemas.openxmlformats.org/officeDocument/2006/relationships/image" Target="/ppt/media/image7.png" Id="R1336329e154644b0" /><Relationship Type="http://schemas.openxmlformats.org/officeDocument/2006/relationships/image" Target="/ppt/media/image15.png" Id="Rfdebc9fcbe1b4043" /><Relationship Type="http://schemas.openxmlformats.org/officeDocument/2006/relationships/notesSlide" Target="/ppt/notesSlides/notesSlide14.xml" Id="Ra6092d027f064d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43440e3914167" /><Relationship Type="http://schemas.openxmlformats.org/officeDocument/2006/relationships/image" Target="/ppt/media/image5.png" Id="Rcdc3572517424ff6" /><Relationship Type="http://schemas.openxmlformats.org/officeDocument/2006/relationships/image" Target="/ppt/media/image16.png" Id="R654c37f6525342d4" /><Relationship Type="http://schemas.openxmlformats.org/officeDocument/2006/relationships/notesSlide" Target="/ppt/notesSlides/notesSlide15.xml" Id="R8ab0daf439244a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916e5a18f44bb" /><Relationship Type="http://schemas.openxmlformats.org/officeDocument/2006/relationships/image" Target="/ppt/media/image5.png" Id="Ra82ffcd5dd94450c" /><Relationship Type="http://schemas.openxmlformats.org/officeDocument/2006/relationships/image" Target="/ppt/media/image17.png" Id="Rd209dfe9a28946a8" /><Relationship Type="http://schemas.openxmlformats.org/officeDocument/2006/relationships/notesSlide" Target="/ppt/notesSlides/notesSlide16.xml" Id="Ra0e20fec369443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87313572942a5" /><Relationship Type="http://schemas.openxmlformats.org/officeDocument/2006/relationships/image" Target="/ppt/media/image7.png" Id="R47481c97110b40b4" /><Relationship Type="http://schemas.openxmlformats.org/officeDocument/2006/relationships/image" Target="/ppt/media/image18.png" Id="Rcca8966782a5411d" /><Relationship Type="http://schemas.openxmlformats.org/officeDocument/2006/relationships/notesSlide" Target="/ppt/notesSlides/notesSlide17.xml" Id="R5edbaa210a8049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bc58fc24f43fc" /><Relationship Type="http://schemas.openxmlformats.org/officeDocument/2006/relationships/image" Target="/ppt/media/image13.png" Id="Rd6999fb01f2f4f21" /><Relationship Type="http://schemas.openxmlformats.org/officeDocument/2006/relationships/image" Target="/ppt/media/image19.png" Id="R834c7a2eecb54d20" /><Relationship Type="http://schemas.openxmlformats.org/officeDocument/2006/relationships/notesSlide" Target="/ppt/notesSlides/notesSlide18.xml" Id="Rded6c6f0d8c94c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c14f5cf614d67" /><Relationship Type="http://schemas.openxmlformats.org/officeDocument/2006/relationships/image" Target="/ppt/media/image3.png" Id="R22503877045441ab" /><Relationship Type="http://schemas.openxmlformats.org/officeDocument/2006/relationships/notesSlide" Target="/ppt/notesSlides/notesSlide19.xml" Id="R47eb2f10d40048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35242cdc04893" /><Relationship Type="http://schemas.openxmlformats.org/officeDocument/2006/relationships/image" Target="/ppt/media/image3.png" Id="R499433b336954f32" /><Relationship Type="http://schemas.openxmlformats.org/officeDocument/2006/relationships/notesSlide" Target="/ppt/notesSlides/notesSlide20.xml" Id="R0fc962d9ddbf4a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fed7696b841d4" /><Relationship Type="http://schemas.openxmlformats.org/officeDocument/2006/relationships/image" Target="/ppt/media/image2.png" Id="R96190969d09d4f6a" /><Relationship Type="http://schemas.openxmlformats.org/officeDocument/2006/relationships/notesSlide" Target="/ppt/notesSlides/notesSlide21.xml" Id="Rbfc634ad4bf0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f50ff2a604de0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7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Дискретно-событийное моделирование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fa8f2770c4d7f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Вводная часть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Очередь M/M/c: ожидание ограниченного ресурса.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Система Росса: ремонт и холодный резерв.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Две модели, базовые примеры и параметрические серии.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7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 и задачи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e4b2cf21c403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Исследовать ожидание обслуживания и надёжность систем.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реализовать M/M/c и систему Росса процессами ConcurrentSim;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сохранить параметры исходных примеров;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изменить интенсивности, число каналов, машин и ремонтников;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измерить очереди и загрузку по времени;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сопоставить опыты с аналитикой и выполнить четыре блокнота.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События вместо фиксированного шага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019eeb512497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 1.11.9 · ConcurrentSim 1.5.1 · ResumableFunctions 1.0.7.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Simulation хранит календарь ближайших событий;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@process создаёт процесс, @yield приостанавливает его;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Resource ограничивает число обслуживаемых одновременно;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Store{Process} хранит резервные машины;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между событиями состояние постоянно — средние считаются интегралами.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M/M/c: стационарность только при ρ &lt; 1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d5020efb6447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ρ = λ / (cμ)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Wq = Pwait / (cμ − λ)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W = Wq + 1/μ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Lq = λWq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Общая FIFO-очередь.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c одинаковых каналов.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Экспоненциальные интервалы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 обслуживание.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0,9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базовая интенсивность λ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0,5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интенсивность одного канала μ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3580e7ec745d5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Очередь M/M/c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Десять клиентов — исходный переходный опыт.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Двенадцать сочетаний — длинная параметрическая серия.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Стационарная теория неприменима к перегрузке.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7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Базовый опыт: все десять клиентов обслужены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6ca8d7548486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7756cffa54e34"/>
          <a:stretch xmlns:a="http://schemas.openxmlformats.org/drawingml/2006/main"/>
        </p:blipFill>
        <p:spPr>
          <a:xfrm xmlns:a="http://schemas.openxmlformats.org/drawingml/2006/main">
            <a:off x="931456" y="1261365"/>
            <a:ext cx="6652436" cy="4354322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клиентов; c = 2; seed = 123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4,856796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среднее ожидание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18,690265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время последнего ухода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λ = 0,9; μ = 0,5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Начальное состояние пустое.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FIFO упорядочивает начала, но не окончания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fd38e00cc45e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314bcc999438c"/>
          <a:stretch xmlns:a="http://schemas.openxmlformats.org/drawingml/2006/main"/>
        </p:blipFill>
        <p:spPr>
          <a:xfrm xmlns:a="http://schemas.openxmlformats.org/drawingml/2006/main">
            <a:off x="476250" y="1215088"/>
            <a:ext cx="7477125" cy="4418301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Точка: прибытие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Оранжевый: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ожидание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Синий: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обслуживание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Разные длительности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меняют порядок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окончаний.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Добавление канала резко сокращает ожидание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17bfc6336417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501563b164add"/>
          <a:stretch xmlns:a="http://schemas.openxmlformats.org/drawingml/2006/main"/>
        </p:blipFill>
        <p:spPr>
          <a:xfrm xmlns:a="http://schemas.openxmlformats.org/drawingml/2006/main">
            <a:off x="629073" y="1294352"/>
            <a:ext cx="7257203" cy="4288347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сочетаний λ и c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240 000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клиентов во всей серии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2 000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клиентов разогрева в каждом опыте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λ = 0,3; 0,6; 0,9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c = 1; 2; 3; 4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Загрузка близка к ρ; при перегрузке очередь растёт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2c9c1bb7f4b2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be76f3942463d"/>
          <a:stretch xmlns:a="http://schemas.openxmlformats.org/drawingml/2006/main"/>
        </p:blipFill>
        <p:spPr>
          <a:xfrm xmlns:a="http://schemas.openxmlformats.org/drawingml/2006/main">
            <a:off x="664964" y="1663222"/>
            <a:ext cx="5089922" cy="300768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ecb20c61b404b"/>
          <a:stretch xmlns:a="http://schemas.openxmlformats.org/drawingml/2006/main"/>
        </p:blipFill>
        <p:spPr>
          <a:xfrm xmlns:a="http://schemas.openxmlformats.org/drawingml/2006/main">
            <a:off x="6437114" y="1663222"/>
            <a:ext cx="5089922" cy="3007681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Интеграл занятости по времени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λ &gt; cμ: стационарного Wq нет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8b8c516c74ebe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Система Росса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Десять работающих машин и три в холодном резерве.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Средняя работа до отказа 100 ч; ремонт 1 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Авария — N−1 исправных, не просто нулевой резерв.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7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Время до аварии описывает поглощающая цепь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fab0ad901414f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k = 0, …,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a = N/F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bₖ = min(k, r)/G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Qm = −1;  E[T] = m₀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k — неисправные машины.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S+1 — поглощающее состояние.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Рекуррентная формула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независимо проверяет r=1.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12 340 ч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аналитическое E[T], базовый опыт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0,099676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аналитическая загрузка ремонтника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Первый прогон: 12 715,718225 часа до аварии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7b7adb5844f7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1e2a640a647e9"/>
          <a:stretch xmlns:a="http://schemas.openxmlformats.org/drawingml/2006/main"/>
        </p:blipFill>
        <p:spPr>
          <a:xfrm xmlns:a="http://schemas.openxmlformats.org/drawingml/2006/main">
            <a:off x="1668661" y="1267420"/>
            <a:ext cx="4911328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N = 10; S = 3; r = 1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Исправные машины.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Холодный резерв.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Очередь ремонта.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Занятые ремонтники.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Последний отказ оставляет девять исправных машин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6329e154644b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bc9fcbe1b4043"/>
          <a:stretch xmlns:a="http://schemas.openxmlformats.org/drawingml/2006/main"/>
        </p:blipFill>
        <p:spPr>
          <a:xfrm xmlns:a="http://schemas.openxmlformats.org/drawingml/2006/main">
            <a:off x="1473200" y="1181101"/>
            <a:ext cx="5483225" cy="4486275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10 исправных: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система работает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9 исправных: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авария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Резерв не отказывает.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Очередь и загрузка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усредняются по времени,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не по строкам CSV.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Пять наблюдений дают большой разброс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3572517424ff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c37f6525342d4"/>
          <a:stretch xmlns:a="http://schemas.openxmlformats.org/drawingml/2006/main"/>
        </p:blipFill>
        <p:spPr>
          <a:xfrm xmlns:a="http://schemas.openxmlformats.org/drawingml/2006/main">
            <a:off x="629073" y="1294352"/>
            <a:ext cx="7257203" cy="4288347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16 664,25 ч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среднее пяти прогонов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12 340 ч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аналитическое ожидание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7 489,26 ч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стандартная ошибка среднего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Один поток StableRNG(42).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Все пять времён проверены.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Ремонтная мощность увеличивает время до аварии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ffcd5dd94450c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9dfe9a28946a8"/>
          <a:stretch xmlns:a="http://schemas.openxmlformats.org/drawingml/2006/main"/>
        </p:blipFill>
        <p:spPr>
          <a:xfrm xmlns:a="http://schemas.openxmlformats.org/drawingml/2006/main">
            <a:off x="629073" y="1294352"/>
            <a:ext cx="7257203" cy="4288347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9 × 200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сочетания × повторы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1800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независимых прогонов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1; 2; 3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число ремонтников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N = 5; 10; 20; S = 3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Отрезки: 95% CI среднего.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При r = S = 3 очередь до аварии пуста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81c97110b40b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8966782a5411d"/>
          <a:stretch xmlns:a="http://schemas.openxmlformats.org/drawingml/2006/main"/>
        </p:blipFill>
        <p:spPr>
          <a:xfrm xmlns:a="http://schemas.openxmlformats.org/drawingml/2006/main">
            <a:off x="476250" y="1554957"/>
            <a:ext cx="7477125" cy="3738563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F = 100 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G = 1 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S = 3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Σ area / Σ T: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взвешивание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по длительности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Пустая очередь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не исключает аварию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при новом отказе.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Четыре блокнота сохраняют реальные результаты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99fb01f2f4f21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c7a2eecb54d20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 → Literate →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JL, QMD и IPYNB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Две модели.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Базовые опыты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 параметры.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Четыре QMD-фрагмента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 разделах отчёта.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Командная последовательность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03877045441a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CSV сохраняют фактические результаты, а не только рисунки.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tangle — четыре комплекта производных форматов;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run — базовые и параметрические вычисления;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notebooks — выполнение ячеек ядром Julia;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docs — HTML-документация;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test — 221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Проверки и ограничения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433b336954f3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7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Задание: Королькова, Кулябов, практикум, глава 7, стр. 209–219.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FIFO, порядок событий, ёмкость ресурса и временные интегралы;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пять контрольных времён Росса и сохранение числа машин;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M/M/1, Эрланг C и независимая формула ремонта;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редкое ожидание и интервалы Монте-Карло имеют погрешность;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экспоненциальные времена и холодный резерв — условия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90969d09d4f6a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Выводы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Очередь особенно чувствительна к загрузке вблизи единицы.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Дополнительные ремонтники уменьшают накопление неисправностей.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При исходных условиях ремонт быстрый относительно потока отказов.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Пять прогонов Росса воспроизведены; выполнены все расширения.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Аналитика, CSV, графики и четыре блокнота согласованы.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7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2026-08-31T20:55:38.3090000Z</dcterms:created>
  <dcterms:modified xsi:type="dcterms:W3CDTF">2026-08-31T20:55:38.3090000Z</dcterms:modified>
</coreProperties>
</file>